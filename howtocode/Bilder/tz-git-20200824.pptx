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51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13274-2D10-4D96-B6B3-4160A83E83E8}" type="datetimeFigureOut">
              <a:rPr lang="de-DE" smtClean="0"/>
              <a:t>24.08.2020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1C8BC-0758-481E-B593-BDB932FCC4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2580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13274-2D10-4D96-B6B3-4160A83E83E8}" type="datetimeFigureOut">
              <a:rPr lang="de-DE" smtClean="0"/>
              <a:t>24.08.2020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1C8BC-0758-481E-B593-BDB932FCC4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829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13274-2D10-4D96-B6B3-4160A83E83E8}" type="datetimeFigureOut">
              <a:rPr lang="de-DE" smtClean="0"/>
              <a:t>24.08.2020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1C8BC-0758-481E-B593-BDB932FCC4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9092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13274-2D10-4D96-B6B3-4160A83E83E8}" type="datetimeFigureOut">
              <a:rPr lang="de-DE" smtClean="0"/>
              <a:t>24.08.2020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1C8BC-0758-481E-B593-BDB932FCC4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6094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13274-2D10-4D96-B6B3-4160A83E83E8}" type="datetimeFigureOut">
              <a:rPr lang="de-DE" smtClean="0"/>
              <a:t>24.08.2020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1C8BC-0758-481E-B593-BDB932FCC4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1522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13274-2D10-4D96-B6B3-4160A83E83E8}" type="datetimeFigureOut">
              <a:rPr lang="de-DE" smtClean="0"/>
              <a:t>24.08.2020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1C8BC-0758-481E-B593-BDB932FCC4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673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13274-2D10-4D96-B6B3-4160A83E83E8}" type="datetimeFigureOut">
              <a:rPr lang="de-DE" smtClean="0"/>
              <a:t>24.08.2020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1C8BC-0758-481E-B593-BDB932FCC4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2930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13274-2D10-4D96-B6B3-4160A83E83E8}" type="datetimeFigureOut">
              <a:rPr lang="de-DE" smtClean="0"/>
              <a:t>24.08.2020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1C8BC-0758-481E-B593-BDB932FCC4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494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13274-2D10-4D96-B6B3-4160A83E83E8}" type="datetimeFigureOut">
              <a:rPr lang="de-DE" smtClean="0"/>
              <a:t>24.08.2020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1C8BC-0758-481E-B593-BDB932FCC4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411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13274-2D10-4D96-B6B3-4160A83E83E8}" type="datetimeFigureOut">
              <a:rPr lang="de-DE" smtClean="0"/>
              <a:t>24.08.2020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1C8BC-0758-481E-B593-BDB932FCC4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7205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13274-2D10-4D96-B6B3-4160A83E83E8}" type="datetimeFigureOut">
              <a:rPr lang="de-DE" smtClean="0"/>
              <a:t>24.08.2020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1C8BC-0758-481E-B593-BDB932FCC4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6618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13274-2D10-4D96-B6B3-4160A83E83E8}" type="datetimeFigureOut">
              <a:rPr lang="de-DE" smtClean="0"/>
              <a:t>24.08.2020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1C8BC-0758-481E-B593-BDB932FCC4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114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508958" y="733245"/>
            <a:ext cx="3933645" cy="31572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/>
          <p:cNvSpPr/>
          <p:nvPr/>
        </p:nvSpPr>
        <p:spPr>
          <a:xfrm>
            <a:off x="4767536" y="733244"/>
            <a:ext cx="2444148" cy="31572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/>
          <p:cNvSpPr/>
          <p:nvPr/>
        </p:nvSpPr>
        <p:spPr>
          <a:xfrm>
            <a:off x="4767535" y="4140679"/>
            <a:ext cx="2444148" cy="2592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lussdiagramm: Magnetplattenspeicher 6"/>
          <p:cNvSpPr/>
          <p:nvPr/>
        </p:nvSpPr>
        <p:spPr>
          <a:xfrm>
            <a:off x="798839" y="1309414"/>
            <a:ext cx="1293962" cy="953305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smtClean="0">
                <a:latin typeface="Arial" panose="020B0604020202020204" pitchFamily="34" charset="0"/>
                <a:cs typeface="Arial" panose="020B0604020202020204" pitchFamily="34" charset="0"/>
              </a:rPr>
              <a:t>Master</a:t>
            </a:r>
            <a:endParaRPr lang="de-D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lussdiagramm: Magnetplattenspeicher 7"/>
          <p:cNvSpPr/>
          <p:nvPr/>
        </p:nvSpPr>
        <p:spPr>
          <a:xfrm>
            <a:off x="2643996" y="1289576"/>
            <a:ext cx="1293962" cy="953305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smtClean="0">
                <a:latin typeface="Arial" panose="020B0604020202020204" pitchFamily="34" charset="0"/>
                <a:cs typeface="Arial" panose="020B0604020202020204" pitchFamily="34" charset="0"/>
              </a:rPr>
              <a:t>Version</a:t>
            </a:r>
            <a:endParaRPr lang="de-D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lussdiagramm: Magnetplattenspeicher 8"/>
          <p:cNvSpPr/>
          <p:nvPr/>
        </p:nvSpPr>
        <p:spPr>
          <a:xfrm>
            <a:off x="5254927" y="1289573"/>
            <a:ext cx="1293962" cy="953305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smtClean="0">
                <a:latin typeface="Arial" panose="020B0604020202020204" pitchFamily="34" charset="0"/>
                <a:cs typeface="Arial" panose="020B0604020202020204" pitchFamily="34" charset="0"/>
              </a:rPr>
              <a:t>Version</a:t>
            </a:r>
            <a:endParaRPr lang="de-D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lussdiagramm: Magnetplattenspeicher 10"/>
          <p:cNvSpPr/>
          <p:nvPr/>
        </p:nvSpPr>
        <p:spPr>
          <a:xfrm>
            <a:off x="5254927" y="2710247"/>
            <a:ext cx="1293962" cy="953305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smtClean="0"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endParaRPr lang="de-D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508958" y="772056"/>
            <a:ext cx="1439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de-DE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– SMan42</a:t>
            </a: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4767534" y="772054"/>
            <a:ext cx="17940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de-DE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de-DE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Contributor</a:t>
            </a: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Pfeil nach rechts 13"/>
          <p:cNvSpPr/>
          <p:nvPr/>
        </p:nvSpPr>
        <p:spPr>
          <a:xfrm>
            <a:off x="4146056" y="1247873"/>
            <a:ext cx="978408" cy="484632"/>
          </a:xfrm>
          <a:prstGeom prst="rightArrow">
            <a:avLst>
              <a:gd name="adj1" fmla="val 64240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Fork</a:t>
            </a: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lussdiagramm: Magnetplattenspeicher 14"/>
          <p:cNvSpPr/>
          <p:nvPr/>
        </p:nvSpPr>
        <p:spPr>
          <a:xfrm>
            <a:off x="5254927" y="4898536"/>
            <a:ext cx="1293962" cy="953305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smtClean="0"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endParaRPr lang="de-D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4754808" y="6389965"/>
            <a:ext cx="2010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local</a:t>
            </a:r>
            <a:r>
              <a:rPr lang="de-DE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de-DE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Contributor</a:t>
            </a: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Gekrümmter Verbinder 19"/>
          <p:cNvCxnSpPr>
            <a:endCxn id="15" idx="2"/>
          </p:cNvCxnSpPr>
          <p:nvPr/>
        </p:nvCxnSpPr>
        <p:spPr>
          <a:xfrm rot="16200000" flipH="1">
            <a:off x="2540029" y="2660291"/>
            <a:ext cx="3116482" cy="2313313"/>
          </a:xfrm>
          <a:prstGeom prst="curved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 rot="2997943">
            <a:off x="3788074" y="4319809"/>
            <a:ext cx="5613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Pull</a:t>
            </a: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5927152" y="4372014"/>
            <a:ext cx="6848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Push</a:t>
            </a: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feld 23"/>
          <p:cNvSpPr txBox="1"/>
          <p:nvPr/>
        </p:nvSpPr>
        <p:spPr>
          <a:xfrm rot="572814">
            <a:off x="4281330" y="2749549"/>
            <a:ext cx="992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Gekrümmter Verbinder 24"/>
          <p:cNvCxnSpPr>
            <a:stCxn id="11" idx="2"/>
            <a:endCxn id="8" idx="3"/>
          </p:cNvCxnSpPr>
          <p:nvPr/>
        </p:nvCxnSpPr>
        <p:spPr>
          <a:xfrm rot="10800000">
            <a:off x="3290977" y="2242882"/>
            <a:ext cx="1963950" cy="944019"/>
          </a:xfrm>
          <a:prstGeom prst="curved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/>
          <p:nvPr/>
        </p:nvCxnSpPr>
        <p:spPr>
          <a:xfrm flipH="1" flipV="1">
            <a:off x="5884487" y="3735238"/>
            <a:ext cx="17421" cy="133264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/>
          <p:nvPr/>
        </p:nvCxnSpPr>
        <p:spPr>
          <a:xfrm>
            <a:off x="5890457" y="2307381"/>
            <a:ext cx="7634" cy="59272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35"/>
          <p:cNvSpPr txBox="1"/>
          <p:nvPr/>
        </p:nvSpPr>
        <p:spPr>
          <a:xfrm>
            <a:off x="5577352" y="1309414"/>
            <a:ext cx="6142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</a:t>
            </a:r>
            <a:endParaRPr lang="de-DE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feld 36"/>
          <p:cNvSpPr txBox="1"/>
          <p:nvPr/>
        </p:nvSpPr>
        <p:spPr>
          <a:xfrm>
            <a:off x="2835568" y="1309414"/>
            <a:ext cx="8755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upstream</a:t>
            </a:r>
            <a:endParaRPr lang="de-DE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Flussdiagramm: Magnetplattenspeicher 37"/>
          <p:cNvSpPr/>
          <p:nvPr/>
        </p:nvSpPr>
        <p:spPr>
          <a:xfrm>
            <a:off x="810038" y="2461523"/>
            <a:ext cx="1293962" cy="953305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smtClean="0">
                <a:latin typeface="Arial" panose="020B0604020202020204" pitchFamily="34" charset="0"/>
                <a:cs typeface="Arial" panose="020B0604020202020204" pitchFamily="34" charset="0"/>
              </a:rPr>
              <a:t>Master</a:t>
            </a:r>
            <a:endParaRPr lang="de-D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Gerade Verbindung mit Pfeil 38"/>
          <p:cNvCxnSpPr/>
          <p:nvPr/>
        </p:nvCxnSpPr>
        <p:spPr>
          <a:xfrm flipH="1">
            <a:off x="2159201" y="1802921"/>
            <a:ext cx="402844" cy="2987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/>
          <p:cNvCxnSpPr/>
          <p:nvPr/>
        </p:nvCxnSpPr>
        <p:spPr>
          <a:xfrm flipV="1">
            <a:off x="2141926" y="2225625"/>
            <a:ext cx="584471" cy="47179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feld 43"/>
          <p:cNvSpPr txBox="1"/>
          <p:nvPr/>
        </p:nvSpPr>
        <p:spPr>
          <a:xfrm rot="1292971">
            <a:off x="3833840" y="2569803"/>
            <a:ext cx="5613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Pull</a:t>
            </a: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Gerade Verbindung mit Pfeil 44"/>
          <p:cNvCxnSpPr/>
          <p:nvPr/>
        </p:nvCxnSpPr>
        <p:spPr>
          <a:xfrm>
            <a:off x="4123152" y="2029739"/>
            <a:ext cx="978408" cy="334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4329710" y="1701562"/>
            <a:ext cx="5613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Pull</a:t>
            </a: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653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336431" y="293298"/>
            <a:ext cx="3692106" cy="59004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/>
          <p:cNvSpPr/>
          <p:nvPr/>
        </p:nvSpPr>
        <p:spPr>
          <a:xfrm>
            <a:off x="488830" y="445698"/>
            <a:ext cx="3384429" cy="70161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Input </a:t>
            </a:r>
            <a:r>
              <a:rPr lang="de-DE" dirty="0" err="1" smtClean="0"/>
              <a:t>area</a:t>
            </a:r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488830" y="1777175"/>
            <a:ext cx="3384429" cy="19023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Setting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scene</a:t>
            </a:r>
            <a:endParaRPr lang="de-DE" dirty="0"/>
          </a:p>
        </p:txBody>
      </p:sp>
      <p:sp>
        <p:nvSpPr>
          <p:cNvPr id="7" name="Rechteck 6"/>
          <p:cNvSpPr/>
          <p:nvPr/>
        </p:nvSpPr>
        <p:spPr>
          <a:xfrm>
            <a:off x="488829" y="3862833"/>
            <a:ext cx="3384429" cy="147691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Output </a:t>
            </a:r>
            <a:r>
              <a:rPr lang="de-DE" dirty="0" err="1" smtClean="0"/>
              <a:t>area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>
          <a:xfrm>
            <a:off x="4888303" y="293298"/>
            <a:ext cx="3692106" cy="59004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042142" y="445699"/>
            <a:ext cx="3384429" cy="3220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Text </a:t>
            </a:r>
            <a:r>
              <a:rPr lang="de-DE" dirty="0" err="1" smtClean="0"/>
              <a:t>divider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>
          <a:xfrm>
            <a:off x="5042142" y="831389"/>
            <a:ext cx="3384429" cy="31592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Integer Input</a:t>
            </a:r>
            <a:endParaRPr lang="de-DE" dirty="0"/>
          </a:p>
        </p:txBody>
      </p:sp>
      <p:sp>
        <p:nvSpPr>
          <p:cNvPr id="11" name="Rechteck 10"/>
          <p:cNvSpPr/>
          <p:nvPr/>
        </p:nvSpPr>
        <p:spPr>
          <a:xfrm>
            <a:off x="5042142" y="4252823"/>
            <a:ext cx="3384429" cy="108692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OutputText</a:t>
            </a:r>
            <a:endParaRPr lang="de-DE" dirty="0"/>
          </a:p>
        </p:txBody>
      </p:sp>
      <p:sp>
        <p:nvSpPr>
          <p:cNvPr id="13" name="Textfeld 12"/>
          <p:cNvSpPr txBox="1"/>
          <p:nvPr/>
        </p:nvSpPr>
        <p:spPr>
          <a:xfrm>
            <a:off x="4888303" y="5855212"/>
            <a:ext cx="947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Column</a:t>
            </a: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5042142" y="2123239"/>
            <a:ext cx="3384429" cy="117636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feld 13"/>
          <p:cNvSpPr txBox="1"/>
          <p:nvPr/>
        </p:nvSpPr>
        <p:spPr>
          <a:xfrm>
            <a:off x="5026325" y="2954577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hteck 15"/>
          <p:cNvSpPr/>
          <p:nvPr/>
        </p:nvSpPr>
        <p:spPr>
          <a:xfrm>
            <a:off x="5162162" y="2335604"/>
            <a:ext cx="910834" cy="52410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7" name="Rechteck 16"/>
          <p:cNvSpPr/>
          <p:nvPr/>
        </p:nvSpPr>
        <p:spPr>
          <a:xfrm>
            <a:off x="6208833" y="2335604"/>
            <a:ext cx="2078625" cy="52410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Rechteck 18"/>
          <p:cNvSpPr/>
          <p:nvPr/>
        </p:nvSpPr>
        <p:spPr>
          <a:xfrm>
            <a:off x="5042142" y="3862833"/>
            <a:ext cx="3384429" cy="3220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Text </a:t>
            </a:r>
            <a:r>
              <a:rPr lang="de-DE" dirty="0" err="1" smtClean="0"/>
              <a:t>divider</a:t>
            </a:r>
            <a:endParaRPr lang="de-DE" dirty="0"/>
          </a:p>
        </p:txBody>
      </p:sp>
      <p:sp>
        <p:nvSpPr>
          <p:cNvPr id="20" name="Rechteck 19"/>
          <p:cNvSpPr/>
          <p:nvPr/>
        </p:nvSpPr>
        <p:spPr>
          <a:xfrm>
            <a:off x="5042142" y="1301219"/>
            <a:ext cx="3384429" cy="3220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Switch</a:t>
            </a:r>
            <a:endParaRPr lang="de-DE" dirty="0"/>
          </a:p>
        </p:txBody>
      </p:sp>
      <p:sp>
        <p:nvSpPr>
          <p:cNvPr id="21" name="Rechteck 20"/>
          <p:cNvSpPr/>
          <p:nvPr/>
        </p:nvSpPr>
        <p:spPr>
          <a:xfrm>
            <a:off x="5042142" y="3363582"/>
            <a:ext cx="3384429" cy="31592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Dropdown</a:t>
            </a:r>
            <a:endParaRPr lang="de-DE" dirty="0"/>
          </a:p>
        </p:txBody>
      </p:sp>
      <p:sp>
        <p:nvSpPr>
          <p:cNvPr id="22" name="Rechteck 21"/>
          <p:cNvSpPr/>
          <p:nvPr/>
        </p:nvSpPr>
        <p:spPr>
          <a:xfrm>
            <a:off x="5042142" y="1741111"/>
            <a:ext cx="3384429" cy="3220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Text </a:t>
            </a:r>
            <a:r>
              <a:rPr lang="de-DE" dirty="0" err="1" smtClean="0"/>
              <a:t>divider</a:t>
            </a:r>
            <a:endParaRPr lang="de-DE" dirty="0"/>
          </a:p>
        </p:txBody>
      </p:sp>
      <p:sp>
        <p:nvSpPr>
          <p:cNvPr id="23" name="Rechteck 22"/>
          <p:cNvSpPr/>
          <p:nvPr/>
        </p:nvSpPr>
        <p:spPr>
          <a:xfrm>
            <a:off x="488829" y="1301219"/>
            <a:ext cx="3384429" cy="3220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What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do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4920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47</Words>
  <Application>Microsoft Office PowerPoint</Application>
  <PresentationFormat>Bildschirmpräsentation (4:3)</PresentationFormat>
  <Paragraphs>30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Company>Bundeswehr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Zimmermann, Thomas</dc:creator>
  <cp:lastModifiedBy>Zimmermann, Thomas</cp:lastModifiedBy>
  <cp:revision>11</cp:revision>
  <dcterms:created xsi:type="dcterms:W3CDTF">2020-08-24T07:58:27Z</dcterms:created>
  <dcterms:modified xsi:type="dcterms:W3CDTF">2020-08-24T11:07:16Z</dcterms:modified>
</cp:coreProperties>
</file>